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653" autoAdjust="0"/>
    <p:restoredTop sz="94660"/>
  </p:normalViewPr>
  <p:slideViewPr>
    <p:cSldViewPr snapToGrid="0">
      <p:cViewPr>
        <p:scale>
          <a:sx n="100" d="100"/>
          <a:sy n="100" d="100"/>
        </p:scale>
        <p:origin x="-456" y="-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F566A-B1F0-39DA-130E-237A89D7D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16291-438A-ECA4-5365-071C5B3F4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55D87-2EE6-06B6-480A-C45E4B43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3B92B-35DC-4BFE-8719-D52E214D1E3B}" type="datetimeFigureOut">
              <a:rPr lang="en-ZA" smtClean="0"/>
              <a:t>2024/08/26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835D3-BC1D-8953-5451-E60CB8D75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2C539-EE10-D494-C49C-3D2A4950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D86BB-8AC2-41B1-9257-396FC5B39A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29408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11A21-D713-5192-98D6-3F7B273B6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EAE94-7EBA-0C6B-BD10-28E623228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43D1E-E96D-0362-8BEF-D87215508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3B92B-35DC-4BFE-8719-D52E214D1E3B}" type="datetimeFigureOut">
              <a:rPr lang="en-ZA" smtClean="0"/>
              <a:t>2024/08/26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F4263-9B4D-DBBF-4793-1744626B7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AE80D-38C6-39C3-CFF9-7694BF365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D86BB-8AC2-41B1-9257-396FC5B39A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74090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861D1-D63A-5657-F45F-357C3780A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2E276-C74D-9F33-ED83-117697306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1EDFA-46C6-CECA-42CD-14EF354B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3B92B-35DC-4BFE-8719-D52E214D1E3B}" type="datetimeFigureOut">
              <a:rPr lang="en-ZA" smtClean="0"/>
              <a:t>2024/08/26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3476-CA4C-DAC0-F99E-80E539EE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9289A-4EDD-F6AD-FB73-265D21E0E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D86BB-8AC2-41B1-9257-396FC5B39A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6768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BF802-3FDC-D9D5-CCBA-803CB17CE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42103-9614-2499-E403-C87463437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1321B-55BD-E492-909C-106B7D78C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BEF27-13FA-AB2D-E251-DA82BE82A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3B92B-35DC-4BFE-8719-D52E214D1E3B}" type="datetimeFigureOut">
              <a:rPr lang="en-ZA" smtClean="0"/>
              <a:t>2024/08/26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ACEE6-8261-F06A-2F5A-8BC82417B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10118-33A3-9C93-63DD-DA495F1E1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D86BB-8AC2-41B1-9257-396FC5B39A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98594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12DDB-1F29-DEE0-6948-DECAB9BD4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97447-0F14-20D7-8CC9-8AF20DD22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C8F4F-4428-5216-5127-F7B4248D3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A76684-38F7-107B-7216-2D2B41133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879CE6-BC22-121A-B8B1-A1CA869A3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22E92-2649-2A1F-139D-7AF50E36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3B92B-35DC-4BFE-8719-D52E214D1E3B}" type="datetimeFigureOut">
              <a:rPr lang="en-ZA" smtClean="0"/>
              <a:t>2024/08/26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CAE33-DA77-A0A7-8C78-BF186F2B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79DB7E-F471-89A8-851B-DE0EC6581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D86BB-8AC2-41B1-9257-396FC5B39A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9314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83D3-E5D7-68BC-6AE1-4545F7E8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99C39-61EB-C384-098C-2BFCC3D8E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3B92B-35DC-4BFE-8719-D52E214D1E3B}" type="datetimeFigureOut">
              <a:rPr lang="en-ZA" smtClean="0"/>
              <a:t>2024/08/26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F2F57-EC5C-A1E4-E608-05CF3E79F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B61B7F-A3CC-8758-0946-406169F0C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D86BB-8AC2-41B1-9257-396FC5B39A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36127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DB4926-0E6C-228C-9108-3E77F7D62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3B92B-35DC-4BFE-8719-D52E214D1E3B}" type="datetimeFigureOut">
              <a:rPr lang="en-ZA" smtClean="0"/>
              <a:t>2024/08/26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4AD34C-AD62-E0F3-4E59-CD6BDEFA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65487-3AA4-2432-425A-B5A283CD4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D86BB-8AC2-41B1-9257-396FC5B39A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0230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FEC2E-8769-09B7-96C8-7DF02169B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487CE-4FB6-1806-D9D3-3E5EFCB9E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7BBC0-DE46-55BA-C982-0767095BC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1165C-914F-6A61-67C9-CB2C486EC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3B92B-35DC-4BFE-8719-D52E214D1E3B}" type="datetimeFigureOut">
              <a:rPr lang="en-ZA" smtClean="0"/>
              <a:t>2024/08/26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1B2FA-B490-670F-3377-CC79C8DC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B50D9-8620-4806-76F5-CDD7D5247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D86BB-8AC2-41B1-9257-396FC5B39A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94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689A5-0F0C-FC5F-B7A4-A70BE16FA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4ED42-17E5-EA0B-44B6-326728E21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C689F-B24E-40DE-31A5-E54B50AB4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6034A-206F-FC54-72D6-1A1C8295B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3B92B-35DC-4BFE-8719-D52E214D1E3B}" type="datetimeFigureOut">
              <a:rPr lang="en-ZA" smtClean="0"/>
              <a:t>2024/08/26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2F5A7-D810-6B61-D3FA-29E63D243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1660F-A940-CBAC-B3CC-E0D3D01A0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D86BB-8AC2-41B1-9257-396FC5B39A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73150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0D315-6ED7-8B16-A026-1D9DDE8E3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BD775B-43F5-3407-2FFA-4D67C6E7F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30278-65BB-EED4-DBD7-EAC032E0E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3B92B-35DC-4BFE-8719-D52E214D1E3B}" type="datetimeFigureOut">
              <a:rPr lang="en-ZA" smtClean="0"/>
              <a:t>2024/08/26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0710A-7B3B-C390-F2A1-C0522B8F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47741-FD7E-E0DD-1F41-E756116B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D86BB-8AC2-41B1-9257-396FC5B39A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3417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8181FF-989B-FAFF-1F0A-BF2E438C0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5F3700-775B-AED1-0B87-A999CD7EB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2E53-34DE-B653-1310-8DD333A0E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3B92B-35DC-4BFE-8719-D52E214D1E3B}" type="datetimeFigureOut">
              <a:rPr lang="en-ZA" smtClean="0"/>
              <a:t>2024/08/26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1107A-CBFF-43AB-B064-CC6D326EF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4E86E-D4BE-1F0D-4F41-589F835CE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D86BB-8AC2-41B1-9257-396FC5B39A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38943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C53BF1-47F9-8116-26EB-2BBF44EF4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6DD2F-709C-1E7D-6289-85F475B8E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62FF0-AA9F-2A9D-AB82-A68752D79B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13B92B-35DC-4BFE-8719-D52E214D1E3B}" type="datetimeFigureOut">
              <a:rPr lang="en-ZA" smtClean="0"/>
              <a:t>2024/08/26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8FF39-F3E0-BBF7-EA82-99421A3FC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8960F-400C-6EEB-8AA7-54022B45D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9D86BB-8AC2-41B1-9257-396FC5B39A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64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C314C-D64E-57FC-D8B9-9E9B180F3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354E1-473B-0471-93B8-15E057724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Purpose   - create a </a:t>
            </a:r>
            <a:r>
              <a:rPr lang="en-US" dirty="0" err="1"/>
              <a:t>moble</a:t>
            </a:r>
            <a:r>
              <a:rPr lang="en-US" dirty="0"/>
              <a:t> application for students at </a:t>
            </a:r>
            <a:r>
              <a:rPr lang="en-US" dirty="0" err="1"/>
              <a:t>eduvos</a:t>
            </a:r>
            <a:r>
              <a:rPr lang="en-US" dirty="0"/>
              <a:t> </a:t>
            </a:r>
            <a:r>
              <a:rPr lang="en-US" dirty="0" err="1"/>
              <a:t>midrand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-create platform for SME to flourish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Research focus-   qualitative,</a:t>
            </a:r>
          </a:p>
          <a:p>
            <a:pPr marL="0" indent="0">
              <a:buNone/>
            </a:pPr>
            <a:r>
              <a:rPr lang="en-US" dirty="0"/>
              <a:t>                                     -  agile methodology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Technology gap-   creating  equitable market share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Impact-benefit consumer and supplier in space of e-commerce &amp; m-commerce better product exchange 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5431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98767-EBFA-373E-BB12-C4A15DA76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465" y="523745"/>
            <a:ext cx="10644673" cy="1976859"/>
          </a:xfrm>
        </p:spPr>
        <p:txBody>
          <a:bodyPr>
            <a:normAutofit/>
          </a:bodyPr>
          <a:lstStyle/>
          <a:p>
            <a:pPr marL="3060700" indent="-3060700">
              <a:lnSpc>
                <a:spcPct val="150000"/>
              </a:lnSpc>
            </a:pPr>
            <a:r>
              <a:rPr lang="en-US" sz="1800" b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Developing a Mobile Application to Enhance Student Entrepreneurship: A Case Study of EDUVOS Midrand Campus</a:t>
            </a:r>
            <a:br>
              <a:rPr lang="en-ZA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3C9E-E77A-1E13-33DA-A68920DF3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7195"/>
            <a:ext cx="10515600" cy="2747963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Background of research</a:t>
            </a:r>
          </a:p>
          <a:p>
            <a:r>
              <a:rPr lang="en-US" dirty="0"/>
              <a:t>Aim of research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4929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5BA3-E6DF-584B-F499-FBF3F4C28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42339"/>
          </a:xfrm>
        </p:spPr>
        <p:txBody>
          <a:bodyPr>
            <a:normAutofit/>
          </a:bodyPr>
          <a:lstStyle/>
          <a:p>
            <a:r>
              <a:rPr lang="en-US" sz="2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Introduction</a:t>
            </a:r>
            <a:endParaRPr lang="en-ZA" sz="2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28E515-F518-DAD9-9466-6017C2B15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00603"/>
            <a:ext cx="9144000" cy="3235033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800" kern="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0" dirty="0">
                <a:latin typeface="Arial" panose="020B0604020202020204" pitchFamily="34" charset="0"/>
                <a:ea typeface="Times New Roman" panose="02020603050405020304" pitchFamily="18" charset="0"/>
              </a:rPr>
              <a:t>T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he fourth industrial revolution “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4IR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 (</a:t>
            </a:r>
            <a:r>
              <a:rPr lang="en-US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Alsulaimani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&amp; Islam, 2022) has proven that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software is a vital indispensable product for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basic computer systems</a:t>
            </a:r>
            <a:r>
              <a:rPr lang="en-ZA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Mobile web applications utilize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coded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higher languages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 process instructions between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client and servers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feather more, this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systems function at application layer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and provides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clients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with basic system interaction by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means of input and output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processes interpreted by “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CPU’s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</a:t>
            </a:r>
            <a:endParaRPr lang="en-US" sz="1800" kern="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The here in presented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research aims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acquire insights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on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"Developing a Mobile Application to Enhance Student Entrepreneurship at “</a:t>
            </a:r>
            <a:r>
              <a:rPr lang="en-US" sz="1800" b="1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Eduvos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Midrand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different</a:t>
            </a:r>
            <a:r>
              <a:rPr lang="en-US" sz="1800" kern="0" dirty="0">
                <a:latin typeface="Arial" panose="020B0604020202020204" pitchFamily="34" charset="0"/>
                <a:ea typeface="Times New Roman" panose="02020603050405020304" pitchFamily="18" charset="0"/>
              </a:rPr>
              <a:t> hand Heald devices have been manufactured along the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0" dirty="0">
                <a:latin typeface="Arial" panose="020B0604020202020204" pitchFamily="34" charset="0"/>
                <a:ea typeface="Times New Roman" panose="02020603050405020304" pitchFamily="18" charset="0"/>
              </a:rPr>
              <a:t>T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 better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understand pined gaps evident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 the sector of “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DevOps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 software development and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kern="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44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58116-0C54-2A25-6CB4-BD9128B8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1161"/>
          </a:xfrm>
        </p:spPr>
        <p:txBody>
          <a:bodyPr>
            <a:normAutofit fontScale="90000"/>
          </a:bodyPr>
          <a:lstStyle/>
          <a:p>
            <a:r>
              <a:rPr lang="en-GB" sz="3100" b="1" dirty="0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Background of Research </a:t>
            </a:r>
            <a:br>
              <a:rPr lang="en-ZA" sz="1800" b="1" dirty="0">
                <a:solidFill>
                  <a:srgbClr val="0F4761"/>
                </a:solidFill>
                <a:effectLst/>
                <a:latin typeface="Aptos Display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C1AB4-0567-2E0D-B4A4-A29242C0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186538"/>
          </a:xfrm>
        </p:spPr>
        <p:txBody>
          <a:bodyPr/>
          <a:lstStyle/>
          <a:p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Back ground of research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will be based on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Digital inclusion 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problem experienced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by many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Small medium enterprises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creating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foundation to the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digital divide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endParaRPr lang="en-US" sz="1800" kern="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emerging businesses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tend to struggle to acquire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equal capitalized market share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 the economy with regards to utilization of “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E-commerce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 and “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M-commerce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platforms.</a:t>
            </a:r>
          </a:p>
          <a:p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create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spheres of influence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across different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organizations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and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enterprises.</a:t>
            </a:r>
          </a:p>
        </p:txBody>
      </p:sp>
    </p:spTree>
    <p:extLst>
      <p:ext uri="{BB962C8B-B14F-4D97-AF65-F5344CB8AC3E}">
        <p14:creationId xmlns:p14="http://schemas.microsoft.com/office/powerpoint/2010/main" val="1609538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E62EC-8562-9665-EED9-C3236CC32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Aim of Research</a:t>
            </a:r>
            <a:br>
              <a:rPr lang="en-ZA" sz="1800" b="1" dirty="0">
                <a:solidFill>
                  <a:srgbClr val="0F4761"/>
                </a:solidFill>
                <a:effectLst/>
                <a:latin typeface="Aptos Display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B32C4-4D94-1FCC-1F1A-B6C94EF2E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straightforward aim of this research is to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create awareness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and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acknowledge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basic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small medium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enterprises as well as creating an “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E-commerce &amp; M-commerce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 platform.</a:t>
            </a:r>
          </a:p>
          <a:p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Mobile web Application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”, drafted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 proposal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sets to utilize, “</a:t>
            </a:r>
            <a:r>
              <a:rPr lang="en-US" sz="1800" b="1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Paas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 a Platform as a service</a:t>
            </a:r>
            <a:r>
              <a:rPr lang="en-US" sz="1800" kern="0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r>
              <a:rPr lang="en-US" sz="1800" b="1" kern="0" dirty="0">
                <a:latin typeface="Arial" panose="020B0604020202020204" pitchFamily="34" charset="0"/>
              </a:rPr>
              <a:t>Revenue </a:t>
            </a:r>
            <a:r>
              <a:rPr lang="en-US" sz="1800" kern="0" dirty="0">
                <a:latin typeface="Arial" panose="020B0604020202020204" pitchFamily="34" charset="0"/>
              </a:rPr>
              <a:t>will be </a:t>
            </a:r>
            <a:r>
              <a:rPr lang="en-US" sz="1800" b="1" kern="0" dirty="0">
                <a:latin typeface="Arial" panose="020B0604020202020204" pitchFamily="34" charset="0"/>
              </a:rPr>
              <a:t>gained</a:t>
            </a:r>
            <a:r>
              <a:rPr lang="en-US" sz="1800" kern="0" dirty="0">
                <a:latin typeface="Arial" panose="020B0604020202020204" pitchFamily="34" charset="0"/>
              </a:rPr>
              <a:t> by means of </a:t>
            </a:r>
            <a:r>
              <a:rPr lang="en-US" sz="1800" b="1" kern="0" dirty="0">
                <a:latin typeface="Arial" panose="020B0604020202020204" pitchFamily="34" charset="0"/>
              </a:rPr>
              <a:t>advertising.</a:t>
            </a:r>
          </a:p>
          <a:p>
            <a:r>
              <a:rPr lang="en-US" sz="1800" kern="0" dirty="0">
                <a:latin typeface="Arial" panose="020B0604020202020204" pitchFamily="34" charset="0"/>
              </a:rPr>
              <a:t>Help </a:t>
            </a:r>
            <a:r>
              <a:rPr lang="en-US" sz="1800" b="1" kern="0" dirty="0">
                <a:latin typeface="Arial" panose="020B0604020202020204" pitchFamily="34" charset="0"/>
              </a:rPr>
              <a:t>emerging enterprises </a:t>
            </a:r>
            <a:r>
              <a:rPr lang="en-US" sz="1800" kern="0" dirty="0">
                <a:latin typeface="Arial" panose="020B0604020202020204" pitchFamily="34" charset="0"/>
              </a:rPr>
              <a:t>managed by students to be registered with the </a:t>
            </a:r>
            <a:r>
              <a:rPr lang="en-US" sz="1800" b="1" kern="0" dirty="0" err="1">
                <a:latin typeface="Arial" panose="020B0604020202020204" pitchFamily="34" charset="0"/>
              </a:rPr>
              <a:t>nyda</a:t>
            </a:r>
            <a:r>
              <a:rPr lang="en-US" sz="1800" b="1" kern="0" dirty="0">
                <a:latin typeface="Arial" panose="020B0604020202020204" pitchFamily="34" charset="0"/>
              </a:rPr>
              <a:t>.</a:t>
            </a:r>
          </a:p>
          <a:p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trinary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aim is to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feather educate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company owners about basic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inventory management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and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big data analytics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r>
              <a:rPr lang="en-US" sz="1800" b="1" kern="0" dirty="0"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ssuring brand success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Amajuoyi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et al., 2024). Brand success includes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continuous branding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across different geographical areas.</a:t>
            </a:r>
          </a:p>
          <a:p>
            <a:endParaRPr lang="en-US" sz="1800" kern="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Persona aim</a:t>
            </a:r>
            <a:endParaRPr lang="en-ZA" sz="200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persona aim for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enterprises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is to find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innovative ways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attract consumers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mean while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aligning to “4IR” standards</a:t>
            </a:r>
            <a:r>
              <a:rPr lang="en-US" sz="1800" b="1" kern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Embrace user satisfaction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and user experience “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UX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 during every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alfa and beta version 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release of software and setting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users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as 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monolingual actors to satisfy</a:t>
            </a:r>
            <a:endParaRPr lang="en-ZA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061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427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abstract</vt:lpstr>
      <vt:lpstr>Developing a Mobile Application to Enhance Student Entrepreneurship: A Case Study of EDUVOS Midrand Campus </vt:lpstr>
      <vt:lpstr>Introduction</vt:lpstr>
      <vt:lpstr>Background of Research  </vt:lpstr>
      <vt:lpstr>Aim of Research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Kgasago, Lethabo</dc:creator>
  <cp:lastModifiedBy>Kgasago, Lethabo</cp:lastModifiedBy>
  <cp:revision>4</cp:revision>
  <dcterms:created xsi:type="dcterms:W3CDTF">2024-08-25T20:51:19Z</dcterms:created>
  <dcterms:modified xsi:type="dcterms:W3CDTF">2024-08-26T17:49:04Z</dcterms:modified>
</cp:coreProperties>
</file>